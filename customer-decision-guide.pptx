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Training Diffusion Models on AWS Trainium / Neuron</a:t>
            </a:r>
          </a:p>
          <a:p>
            <a:pPr algn="ctr">
              <a:spcAft>
                <a:spcPts val="1800"/>
              </a:spcAft>
            </a:pPr>
            <a:r>
              <a:rPr sz="2400" b="0">
                <a:solidFill>
                  <a:srgbClr val="F5C518"/>
                </a:solidFill>
                <a:latin typeface="Calibri"/>
              </a:rPr>
              <a:t>A Decision Guide for ML Engineers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Each slide: one problem  →  a self-diagnosis oracle  →  a recommended action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9C2D6"/>
                </a:solidFill>
                <a:latin typeface="Calibri"/>
              </a:rPr>
              <a:t>Covers all 9 diffusion-on-Neuron training / compile blockers, grouped by who clears them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9C2D6"/>
                </a:solidFill>
                <a:latin typeface="Calibri"/>
              </a:rPr>
              <a:t>Agent skill  ·  Customer  ·  AWS-SDK     —     still flat, one problem per slide (no branching)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THE LANDSCAPE   </a:t>
            </a:r>
            <a:r>
              <a:rPr sz="2600" b="1">
                <a:solidFill>
                  <a:srgbClr val="FFFFFF"/>
                </a:solidFill>
                <a:latin typeface="Calibri"/>
              </a:rPr>
              <a:t>14 Common Blockers in 6 Categories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94415" cy="4407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5790895"/>
                <a:gridCol w="2377440"/>
              </a:tblGrid>
              <a:tr h="457200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91440" marR="91440" marT="36576" marB="36576" anchor="ctr">
                    <a:solidFill>
                      <a:srgbClr val="16213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Common problems (count)</a:t>
                      </a:r>
                    </a:p>
                  </a:txBody>
                  <a:tcPr marL="91440" marR="91440" marT="36576" marB="36576" anchor="ctr">
                    <a:solidFill>
                      <a:srgbClr val="16213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Cleared by</a:t>
                      </a:r>
                    </a:p>
                  </a:txBody>
                  <a:tcPr marL="91440" marR="91440" marT="36576" marB="36576" anchor="ctr">
                    <a:solidFill>
                      <a:srgbClr val="16213B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16213B"/>
                          </a:solidFill>
                          <a:latin typeface="Calibri"/>
                        </a:rPr>
                        <a:t>P0 · Source-script env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HF token, Python 3.10 typing.Self (2)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91440" marR="91440" marT="36576" marB="36576" anchor="ctr">
                    <a:solidFill>
                      <a:srgbClr val="7A5A1E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16213B"/>
                          </a:solidFill>
                          <a:latin typeface="Calibri"/>
                        </a:rPr>
                        <a:t>P1 · Dependency coherence</a:t>
                      </a:r>
                    </a:p>
                  </a:txBody>
                  <a:tcPr marL="91440" marR="9144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CUDA-torch overwrite, accelerate mismatch, diffusers missing/too-new (3)</a:t>
                      </a:r>
                    </a:p>
                  </a:txBody>
                  <a:tcPr marL="91440" marR="9144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Agent skill</a:t>
                      </a:r>
                    </a:p>
                  </a:txBody>
                  <a:tcPr marL="91440" marR="91440" marT="36576" marB="36576" anchor="ctr">
                    <a:solidFill>
                      <a:srgbClr val="2E6DA4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16213B"/>
                          </a:solidFill>
                          <a:latin typeface="Calibri"/>
                        </a:rPr>
                        <a:t>P2 · transformers assumption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tie_weights on diffusers model (1)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Agent skill</a:t>
                      </a:r>
                    </a:p>
                  </a:txBody>
                  <a:tcPr marL="91440" marR="91440" marT="36576" marB="36576" anchor="ctr">
                    <a:solidFill>
                      <a:srgbClr val="2E6DA4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16213B"/>
                          </a:solidFill>
                          <a:latin typeface="Calibri"/>
                        </a:rPr>
                        <a:t>P3 · XLA execution model</a:t>
                      </a:r>
                    </a:p>
                  </a:txBody>
                  <a:tcPr marL="91440" marR="9144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inference_mode, per-step host-sync (2)</a:t>
                      </a:r>
                    </a:p>
                  </a:txBody>
                  <a:tcPr marL="91440" marR="9144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91440" marR="91440" marT="36576" marB="36576" anchor="ctr">
                    <a:solidFill>
                      <a:srgbClr val="7A5A1E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16213B"/>
                          </a:solidFill>
                          <a:latin typeface="Calibri"/>
                        </a:rPr>
                        <a:t>P4 · Memory &amp; topology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host-RAM OOM, core-count topology, 16GB HBM, pinned-memory (4)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91440" marR="91440" marT="36576" marB="36576" anchor="ctr">
                    <a:solidFill>
                      <a:srgbClr val="7A5A1E"/>
                    </a:solidFill>
                  </a:tcPr>
                </a:tc>
              </a:tr>
              <a:tr h="658368">
                <a:tc>
                  <a:txBody>
                    <a:bodyPr wrap="square" anchor="ctr"/>
                    <a:lstStyle/>
                    <a:p>
                      <a:pPr algn="l"/>
                      <a:r>
                        <a:rPr sz="1300" b="1">
                          <a:solidFill>
                            <a:srgbClr val="16213B"/>
                          </a:solidFill>
                          <a:latin typeface="Calibri"/>
                        </a:rPr>
                        <a:t>P5 · Architecture / compiler</a:t>
                      </a:r>
                    </a:p>
                  </a:txBody>
                  <a:tcPr marL="91440" marR="9144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dynamic-shape (set-dimension-size) wall, compile-cache NotImpl (2)</a:t>
                      </a:r>
                    </a:p>
                  </a:txBody>
                  <a:tcPr marL="91440" marR="9144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AWS-SDK</a:t>
                      </a:r>
                    </a:p>
                  </a:txBody>
                  <a:tcPr marL="91440" marR="91440" marT="36576" marB="36576" anchor="ctr"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70448"/>
            <a:ext cx="11094415" cy="8229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0">
                <a:solidFill>
                  <a:srgbClr val="222222"/>
                </a:solidFill>
                <a:latin typeface="Calibri"/>
              </a:rPr>
              <a:t>Most blockers are environment / integration (P0–P2) and are clearable up front.  </a:t>
            </a:r>
            <a:r>
              <a:rPr sz="1350" b="1">
                <a:solidFill>
                  <a:srgbClr val="C0392B"/>
                </a:solidFill>
                <a:latin typeface="Calibri"/>
              </a:rPr>
              <a:t>The only hard wall is P5</a:t>
            </a:r>
            <a:r>
              <a:rPr sz="1350" b="0">
                <a:solidFill>
                  <a:srgbClr val="222222"/>
                </a:solidFill>
                <a:latin typeface="Calibri"/>
              </a:rPr>
              <a:t> — dynamic-shape architecture, which needs AWS Neuron SDK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P0 · SOURCE-SCRIPT ENV   </a:t>
            </a:r>
            <a:r>
              <a:rPr sz="2600" b="1">
                <a:solidFill>
                  <a:srgbClr val="FFFFFF"/>
                </a:solidFill>
                <a:latin typeface="Calibri"/>
              </a:rPr>
              <a:t>HF_TOKEN missing for gated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training script reads the Hugging Face token from the environment at import time. The model is gated, so without the token the script dies before anything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KeyError: 'HF_TOKEN'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raised at import / startup.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Create a .env file containing your Hugging Face token (HF_TOKEN=hf_...).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The token is required because the model is gated; request access on the model page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P0 · SOURCE-SCRIPT ENV   </a:t>
            </a:r>
            <a:r>
              <a:rPr sz="2600" b="1">
                <a:solidFill>
                  <a:srgbClr val="FFFFFF"/>
                </a:solidFill>
                <a:latin typeface="Calibri"/>
              </a:rPr>
              <a:t>typing.Self ImportError on Python 3.10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script (or a dependency) imports Self from typing, which only exists in Python 3.11+. On a Python 3.10 interpreter the import fails at startup.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ImportError: cannot import name 'Self' from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'typing'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The repo falls back to typing_extensions — ensure typing_extensions is installed.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pip install typing_extensions (provides Self on Python 3.10).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P1 · DEPENDENCY COHERENCE   </a:t>
            </a:r>
            <a:r>
              <a:rPr sz="2600" b="1">
                <a:solidFill>
                  <a:srgbClr val="FFFFFF"/>
                </a:solidFill>
                <a:latin typeface="Calibri"/>
              </a:rPr>
              <a:t>CUDA torch overwrote the Neuron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A pip install pulled a CUDA build of torch on top of the Neuron stack, breaking the torch / torch-neuronx pairing. optimum-neuron can no longer find NeuronAccelerator.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pip show torch  →  2.x.x+cu124  (a +cu build), OR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torch major.minor != torch-neuronx (e.g. torch 2.12 vs torch-neuronx 2.8), OR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ImportError: cannot import name 'NeuronAccelerator'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Install optimum-neuron[neuronx,training] in one eager resolve (lets it pick the matched torch).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Install diffusers / peft / torchvision with --no-deps so they cannot drag in CUDA torch.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For optimum-neuron 0.4.5 inference, pin diffusers==0.35.*.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P1 · DEPENDENCY COHERENCE   </a:t>
            </a:r>
            <a:r>
              <a:rPr sz="2600" b="1">
                <a:solidFill>
                  <a:srgbClr val="FFFFFF"/>
                </a:solidFill>
                <a:latin typeface="Calibri"/>
              </a:rPr>
              <a:t>accelerate version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installed accelerate is the wrong version for optimum-neuron 0.4.5. Constructing NeuronAccelerator() fails because the shared-state plumbing it expects is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AttributeError: 'functools.partial' object has no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attribute '_shared_state'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raised at NeuronAccelerator().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Pin accelerate==1.8.1 — the version optimum-neuron 0.4.5 expects.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Reinstall after pinning so the matched accelerate is the one that 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P1 · DEPENDENCY COHERENCE   </a:t>
            </a:r>
            <a:r>
              <a:rPr sz="2600" b="1">
                <a:solidFill>
                  <a:srgbClr val="FFFFFF"/>
                </a:solidFill>
                <a:latin typeface="Calibri"/>
              </a:rPr>
              <a:t>diffusers missing or too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diffusers is absent, or a too-new version removed/moved modules the pipeline imports (e.g. the controlnet path), so the import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ModuleNotFoundError: No module named 'diffusers', OR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No module named 'diffusers.models.controlnet'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Install diffusers.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For optimum-neuron 0.4.5 inference, pin diffusers==0.35.* (newer versions move modules).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P2 · TRANSFORMERS ASSUMPTION   </a:t>
            </a:r>
            <a:r>
              <a:rPr sz="2600" b="1">
                <a:solidFill>
                  <a:srgbClr val="FFFFFF"/>
                </a:solidFill>
                <a:latin typeface="Calibri"/>
              </a:rPr>
              <a:t>tie_weights AttributeError at prepare()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optimum-neuron's accelerator.prepare() assumes a transformers model and calls tie_weights(). A diffusers DiT model (FluxTransformer2DModel) has no such method, so prepare() crashes.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AttributeError: 'FluxTransformer2DModel' object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has no attribute 'tie_weights'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raised inside accelerator.prepare().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Inject a no-op tie_weights shim on the XLA path before prepare() (diffusers != transformers).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e.g. model.tie_weights = lambda *a, **k: None  prior to accelerator.prepare(model).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P3 · XLA EXECUTION MODEL   </a:t>
            </a:r>
            <a:r>
              <a:rPr sz="2600" b="1">
                <a:solidFill>
                  <a:srgbClr val="FFFFFF"/>
                </a:solidFill>
                <a:latin typeface="Calibri"/>
              </a:rPr>
              <a:t>torch.inference_mode() breaks on XLA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Your training/validation code calls torch.inference_mode() (common in stock diffusion pipelines). On Neuron/XLA this raises immediately — the run never 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RuntimeError: Cannot set version_counter for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inference tensor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… appearing in the traceback (raised under an inference_mode context).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Replace torch.inference_mode() with torch.no_grad() on Neuron.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Search the pipeline / eval code for inference_mode and swap every occurrence.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P3 · XLA EXECUTION MODEL   </a:t>
            </a:r>
            <a:r>
              <a:rPr sz="2600" b="1">
                <a:solidFill>
                  <a:srgbClr val="FFFFFF"/>
                </a:solidFill>
                <a:latin typeface="Calibri"/>
              </a:rPr>
              <a:t>Per-step host syncs make training crawl or 'hang'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Training starts but each step is unusably slow or appears frozen. A host-sync op in your custom loss/sampling code (.item(), .tolist(), .nonzero().item()) forces the lazy XLA graph to materialize every step, destroying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0">
                <a:solidFill>
                  <a:srgbClr val="16213B"/>
                </a:solidFill>
                <a:latin typeface="Calibri"/>
              </a:rPr>
              <a:t>Step time is orders of magnitude slower than expected, OR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the process hangs right after the log line: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Compiler status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Vectorize the computation and remove per-step host syncs from custom loss / sampling code.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Avoid .item() / .tolist() / .nonzero().item() inside the training loop; keep tensors on device.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Move any unavoidable host reads outside the hot loop (e.g. log every N steps).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P4 · MEMORY &amp; TOPOLOGY   </a:t>
            </a:r>
            <a:r>
              <a:rPr sz="2600" b="1">
                <a:solidFill>
                  <a:srgbClr val="FFFFFF"/>
                </a:solidFill>
                <a:latin typeface="Calibri"/>
              </a:rPr>
              <a:t>Host-RAM OOM with data 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With more than one core, each data-parallel worker loads its own full fp32 copy of the model into host RAM. The OS kills a worker before training stabilizes.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exitcode: -9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(SIGKILL by the OOM killer) when NUM_CORES &gt;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Load the model in bf16 (torch_dtype=torch.bfloat16) to halve host-RAM per worker.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And/or reduce the core count — data-parallel replicates the full model on every 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P4 · MEMORY &amp; TOPOLOGY   </a:t>
            </a:r>
            <a:r>
              <a:rPr sz="2600" b="1">
                <a:solidFill>
                  <a:srgbClr val="FFFFFF"/>
                </a:solidFill>
                <a:latin typeface="Calibri"/>
              </a:rPr>
              <a:t>NeuronCore count must be a valid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You set NUM_CORES=2 and collective initialization fails. Two cores is not a valid Neuron collective topology.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0">
                <a:solidFill>
                  <a:srgbClr val="16213B"/>
                </a:solidFill>
                <a:latin typeface="Calibri"/>
              </a:rPr>
              <a:t>Collective init fails with: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BuildGlobalComm error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when NUM_CORES=2.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Use only 1, 4, 8, 16, or 32 cores. 2 is not a valid topology.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Use 1 core for single-step validation; scale to 4/8/16/32 for real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P4 · MEMORY &amp; TOPOLOGY   </a:t>
            </a:r>
            <a:r>
              <a:rPr sz="2600" b="1">
                <a:solidFill>
                  <a:srgbClr val="FFFFFF"/>
                </a:solidFill>
                <a:latin typeface="Calibri"/>
              </a:rPr>
              <a:t>Model too big for one core's 16 GB HBM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Even on a single core the model will not fit in device memory. HBM sits at the limit and the allocator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Failed to allocate … on ND 0:NC 0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with HBM near 16/16 GB on a single 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Tensor-parallel: shard the model across cores (requires framework support for the model).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And/or load in bf16 to halve the footprint.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Data-parallel will NOT help — it replicates the full model on each 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P4 · MEMORY &amp; TOPOLOGY   </a:t>
            </a:r>
            <a:r>
              <a:rPr sz="2600" b="1">
                <a:solidFill>
                  <a:srgbClr val="FFFFFF"/>
                </a:solidFill>
                <a:latin typeface="Calibri"/>
              </a:rPr>
              <a:t>Pinned host-memory exhaustion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7A5A1E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fp32 full-model load plus host-to-device transfer buffers exhaust pinned host memory, and the transfer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pinned_host_memory … errno=9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(Bad file descriptor)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Load in bf16 to halve the transfer size.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Raise file-descriptor and shared-memory (shm) limits on the host.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P5 · ARCHITECTURAL WALL   </a:t>
            </a:r>
            <a:r>
              <a:rPr sz="2600" b="1">
                <a:solidFill>
                  <a:srgbClr val="FFFFFF"/>
                </a:solidFill>
                <a:latin typeface="Calibri"/>
              </a:rPr>
              <a:t>Dynamic-shape unsupported op — the hard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AWS-SDK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The compiler is static-shape. A model whose encoder emits data-dependent shapes (e.g. a VLM encoder like Qwen2.5-VL) emits set-dimension-size, which neuronx-cc structurally rejects. No shim or flag fixes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[NCC_VRF001] An unsupported operator was found: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set-dimension-size   (neuronx-cc exit 70), OR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6213B"/>
                </a:solidFill>
                <a:latin typeface="Calibri"/>
              </a:rPr>
              <a:t>the model uses a VLM encoder (Qwen2.5-VL).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NOT clearable by config — the encoder must be rewritten to static shapes, or use a static-shape model (e.g. FLUX).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Requires AWS Neuron SDK support — tracked in aws-neuron-sdk #1144.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No tie_weights / no_grad / pin shim will make this compile.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5C518"/>
                </a:solidFill>
                <a:latin typeface="Calibri"/>
              </a:rPr>
              <a:t>P5 · ARCHITECTURAL WALL   </a:t>
            </a:r>
            <a:r>
              <a:rPr sz="2600" b="1">
                <a:solidFill>
                  <a:srgbClr val="FFFFFF"/>
                </a:solidFill>
                <a:latin typeface="Calibri"/>
              </a:rPr>
              <a:t>MultiModelCacheEntry NotImplementedError (inference compile)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94215" y="201168"/>
            <a:ext cx="2468880" cy="5486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Cleared by:  </a:t>
            </a:r>
            <a:r>
              <a:rPr sz="1300" b="1">
                <a:solidFill>
                  <a:srgbClr val="FFFFFF"/>
                </a:solidFill>
                <a:latin typeface="Calibri"/>
              </a:rPr>
              <a:t>Agent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1.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18488"/>
            <a:ext cx="1109441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On inference compile, optimum-neuron 0.4.5's compile cache only supports unet-based Stable Diffusion, not the FLUX DiT. The cache layer raises NotImplementedError.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4261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6213B"/>
                </a:solidFill>
                <a:latin typeface="Calibri"/>
              </a:rPr>
              <a:t>2.  ORACLE</a:t>
            </a:r>
            <a:r>
              <a:rPr sz="1300" b="0">
                <a:solidFill>
                  <a:srgbClr val="666666"/>
                </a:solidFill>
                <a:latin typeface="Calibri"/>
              </a:rPr>
              <a:t>   — you ARE in this situation 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11094415" cy="13258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350" b="1">
                <a:solidFill>
                  <a:srgbClr val="16213B"/>
                </a:solidFill>
                <a:latin typeface="Consolas"/>
              </a:rPr>
              <a:t>NotImplementedError from</a:t>
            </a: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6213B"/>
                </a:solidFill>
                <a:latin typeface="Consolas"/>
              </a:rPr>
              <a:t>optimum/neuron/cache/entries/multi_model.py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62272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600" b="1">
                <a:solidFill>
                  <a:srgbClr val="1E7A46"/>
                </a:solidFill>
                <a:latin typeface="Calibri"/>
              </a:rPr>
              <a:t>3.  RECOMMENDED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solidFill>
            <a:srgbClr val="E8F2EB"/>
          </a:solidFill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Pass disable_neuron_cache=True at compile.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The 0.4.5 compile cache only models unet-based SD; disabling it lets the FLUX DiT compile.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6213B"/>
          </a:solidFill>
          <a:ln>
            <a:noFill/>
          </a:ln>
        </p:spPr>
        <p:txBody>
          <a:bodyPr wrap="square" lIns="137160" rIns="137160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8655" cy="5486400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6213B"/>
                </a:solidFill>
                <a:latin typeface="Calibri"/>
              </a:rPr>
              <a:t>Who clears what  —  a flat provenance list (not branching):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2E6DA4"/>
                </a:solidFill>
                <a:latin typeface="Calibri"/>
              </a:rPr>
              <a:t>Agent skill clears  —  dependency coherence + transformers assumption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Single eager install of optimum-neuron[neuronx,training]; diffusers/peft/torchvision --no-deps.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Pin accelerate==1.8.1; pin diffusers==0.35.* for 0.4.5 inference.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Inject the no-op tie_weights shim before accelerator.prepare().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Pass disable_neuron_cache=True for FLUX DiT inference compile.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7A5A1E"/>
                </a:solidFill>
                <a:latin typeface="Calibri"/>
              </a:rPr>
              <a:t>Customer decides  —  source-script env, precision, cores, host-syncs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.env with HF_TOKEN (gated model); typing_extensions on Python 3.10.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Precision: load in bf16 (torch_dtype=torch.bfloat16).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Cores: NUM_CORES in {1, 4, 8, 16, 32} (2 is not a valid topology).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Single-core fit / host RAM per DP worker; tensor-parallel if model exceeds 16 GB HBM.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Replace inference_mode() with no_grad(); remove per-step host syncs.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AWS must provide  —  the architectural wall (no shim clears it)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A static-shape VLM encoder (Qwen2.5-VL emits set-dimension-size; neuronx-cc rejects it).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22222"/>
                </a:solidFill>
                <a:latin typeface="Calibri"/>
              </a:rPr>
              <a:t>☐  Tracked upstream as aws-neuron-sdk #1144 — needs model rewrite or SDK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